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5" d="100"/>
          <a:sy n="45" d="100"/>
        </p:scale>
        <p:origin x="102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22-08-2026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22-08-2026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22-08-2026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&lt;&lt;Programme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IN" sz="2000" b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M.Tech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Course Code – Course Title&gt;&gt;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&lt;&lt;Project Title&gt;&gt;</a:t>
            </a: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3208471"/>
            <a:ext cx="7071360" cy="246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</a:pP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&lt;&lt;Name &gt;&gt;		  (&lt;&lt;</a:t>
            </a:r>
            <a:r>
              <a:rPr lang="en-IN" sz="2000" b="1" dirty="0" err="1">
                <a:latin typeface="Times New Roman"/>
                <a:cs typeface="Times New Roman"/>
              </a:rPr>
              <a:t>Reg.No</a:t>
            </a:r>
            <a:r>
              <a:rPr lang="en-IN" sz="2000" b="1" dirty="0">
                <a:latin typeface="Times New Roman"/>
                <a:cs typeface="Times New Roman"/>
              </a:rPr>
              <a:t>&gt;&gt;)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&lt;&lt;Name&gt;&gt;		  (&lt;&lt;</a:t>
            </a:r>
            <a:r>
              <a:rPr lang="en-IN" sz="2000" b="1" dirty="0" err="1">
                <a:latin typeface="Times New Roman"/>
                <a:cs typeface="Times New Roman"/>
              </a:rPr>
              <a:t>Reg.No</a:t>
            </a:r>
            <a:r>
              <a:rPr lang="en-IN" sz="2000" b="1" dirty="0">
                <a:latin typeface="Times New Roman"/>
                <a:cs typeface="Times New Roman"/>
              </a:rPr>
              <a:t>.&gt;&gt;)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US" sz="2000" b="1" dirty="0">
                <a:latin typeface="Times New Roman"/>
                <a:cs typeface="Times New Roman"/>
              </a:rPr>
              <a:t>&lt;&lt;</a:t>
            </a:r>
            <a:r>
              <a:rPr lang="en-US" sz="2000" b="1" dirty="0" err="1">
                <a:latin typeface="Times New Roman"/>
                <a:cs typeface="Times New Roman"/>
              </a:rPr>
              <a:t>Guidename</a:t>
            </a:r>
            <a:r>
              <a:rPr lang="en-US" sz="2000" b="1" dirty="0">
                <a:latin typeface="Times New Roman"/>
                <a:cs typeface="Times New Roman"/>
              </a:rPr>
              <a:t>&gt;&gt;</a:t>
            </a:r>
            <a:endParaRPr lang="en-US"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sz="1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01-09-2026.(sample attached below)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22-08-2026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66" y="2653482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&lt;To …&gt;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22-08-2026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F3C486-F1E8-5229-C983-C5D8372F1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647" y="1374470"/>
            <a:ext cx="10169009" cy="20545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B6993A-B8FB-1E92-71D4-98155A7ED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58" y="4611603"/>
            <a:ext cx="4017612" cy="4877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22-08-2026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22-08-2026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460248" y="4413148"/>
            <a:ext cx="1152340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	|			|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 (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(Patent / Conference (Scopus)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/ Journal (Scopus) / Start-up/ Product/ Others}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3 The UN 17 Sustainable Development Goals (SDGs), implemented by all... | Download Scientific Diagram">
            <a:extLst>
              <a:ext uri="{FF2B5EF4-FFF2-40B4-BE49-F238E27FC236}">
                <a16:creationId xmlns:a16="http://schemas.microsoft.com/office/drawing/2014/main" id="{36180A9B-AA72-E2D6-8362-4CDF7058D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01" y="4778273"/>
            <a:ext cx="1968651" cy="1578077"/>
          </a:xfrm>
          <a:prstGeom prst="rect">
            <a:avLst/>
          </a:prstGeom>
        </p:spPr>
      </p:pic>
      <p:pic>
        <p:nvPicPr>
          <p:cNvPr id="9" name="Picture 8" descr="What are Technology Readiness Levels (TRL)? - TWI">
            <a:extLst>
              <a:ext uri="{FF2B5EF4-FFF2-40B4-BE49-F238E27FC236}">
                <a16:creationId xmlns:a16="http://schemas.microsoft.com/office/drawing/2014/main" id="{D1491C9C-07B3-89C3-5FA0-72C9F44F3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545" y="4413148"/>
            <a:ext cx="2447027" cy="2232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BB131-7217-3694-F593-4021591CC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&lt;&lt;….&gt;&gt;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&lt;&lt;…&gt;&gt;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22-08-2026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1442399"/>
            <a:ext cx="105156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J. K. Author and L. M. Author, "Title of the specific journal article,"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Journal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15, no. 3, pp. 45-56, Month Year.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B. Researcher and C. D. Researcher, "Title of the conference paper," in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Proc. Name of Conference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City, Country, Year, pp. 100-105.</a:t>
            </a:r>
            <a:r>
              <a:rPr lang="en-IN" sz="2400" dirty="0"/>
              <a:t> 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22-08-2026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273</Words>
  <Application>Microsoft Office PowerPoint</Application>
  <PresentationFormat>Widescreen</PresentationFormat>
  <Paragraphs>78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&lt;&lt;Programme B.Tech/ M.Tech Course Code – Course Title&gt;&gt; &lt;&lt;Project Title&gt;&gt;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Parthasarathy G</cp:lastModifiedBy>
  <cp:revision>5</cp:revision>
  <dcterms:created xsi:type="dcterms:W3CDTF">2026-07-14T06:00:41Z</dcterms:created>
  <dcterms:modified xsi:type="dcterms:W3CDTF">2026-08-22T10:32:54Z</dcterms:modified>
</cp:coreProperties>
</file>